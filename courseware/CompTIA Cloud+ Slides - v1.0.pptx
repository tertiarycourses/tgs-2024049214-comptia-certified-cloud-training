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51560" cy="1051560"/>
          </a:xfrm>
          <a:prstGeom prst="rect">
            <a:avLst/>
          </a:prstGeom>
        </p:spPr>
      </p:pic>
      <p:pic>
        <p:nvPicPr>
          <p:cNvPr id="6" name="Picture 5" descr="comptia-cloud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02920"/>
            <a:ext cx="1485041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WSQ COURSE SLIDES  ·  CV0-004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WSQ CompTIA Certified Cloud+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976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TGS-2024049214  ·  36 hands-on labs · 6 exam domains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 ·   Version 1.0  ·  1 Jul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3620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Cloud/DevOps Consultant, Tertiary Infotech Academy.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Cloud+ / cloud &amp; DevOps certified practitioner (PhD).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cloud, containers, Kubernetes, IaC and DevSecOps.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15+ years designing, deploying and teaching cloud solutions.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Your current experience with cloud (AWS / Azure / GCP / on-prem).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Do you use containers, CI/CD or Infrastructure as Code today?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What you most want to take away from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Reset the Killercoda playground between stateful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 (9:00 AM – 6:00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Day 2 &amp;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Day 1 — Architecture, Deployment &amp; Operations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1: Cloud Architecture (Labs 1–8)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2: Deployment (Labs 9–15)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3: Operations begins (Labs 16–18)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Breaks: 10-min AM/PM · 45-min lunch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Day 2 — Security, DevOps &amp; Troubleshooting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3: Operations (Labs 19–21)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4: Security (Labs 22–28)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5: DevOps (29–32) · Domain 6: Troubleshooting (33–36)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Assessment 4:00–6:00 PM: 1 hr WA + 1 hr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Provisioning and configuring cloud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cloud systems day-to-day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Securing the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DevOps Fundamentals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Troubleshooting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CERTIFICATION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Exam — CompTIA Cloud+ CV0-004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CV0-004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Questions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Maximum of 90 · Multiple-choice and performance-based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Length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90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Passing score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750 (on a scale of 100–900)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Recommended experience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2–3 yrs sysadmin/cloud; Network+ &amp; Server+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100% hands-on on the free Killercoda Ubuntu Playground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Written Assessment (WA) — 1 hour: open-ended short-answer knowledge questions.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Practical Performance (PP) — 1 hour: hands-on tasks from the class labs.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You must be assessed Competent (C) in both WA and PP.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Assessment runs 4:00–6:00 PM on Day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Foundations You'll Use All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Responsibility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provider is never responsible for everything — you always own your data and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IaaS, PaaS, SaaS and FaaS abstract away progressively more of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Public, private, hybrid and community differ in tenancy, control and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Elasticity &amp; HA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horizontally and remove single points of failure across availability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Everything-as-Code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Infrastructure, configuration and pipelines are versioned, reviewable code.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Metrics, logs and traces together make a system observable and debuggable.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cloud is built, run and secured as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lab in this course is a hands-on reflection of a CV0-004 exam objective — build it, break it, fix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1  · 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Cloud concepts, service and deployment models, the shared responsibility model, high availability, networking (VPC), storage tiers, virtualization, databases and cloud-native / microservices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23%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1: Cloud Service Models &amp; Shared Responsibility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2: High Availability with HAProxy &amp; Keepalived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3: Cloud Networking with VPC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4: Storage Tiers (Block, Object, File)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5: Microservices &amp; Service Discovery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6: Containerization with 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7: Virtualization with QEMU/KVM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8: Relational vs Non-Relational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 local stand-in for each cloud service model and articulate who is responsible for what under the shared responsibility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responsibility: who owns data, app, runtime, OS and hardware at each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traits: event-driven, scales to zero, billed per invocation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Mapping real services (EC2, managed Postgres, M365, Lambda) to each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base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IaaS simulation (bare Ubuntu container)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PaaS simulation (managed Postgres)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SaaS simulation (Nextcloud)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simulation (Python handler)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the responsibility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postgres:16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nextcloud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 health-checked load balancer across two AZ backends and add VRRP failover so a virtual IP survives a load-balancer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 health checks that auto-remove unhealthy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Keepalived / VRRP floating virtual IP (VIP) for LB redundancy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Active-passive HA: the BACKUP node takes the VIP when the MASTER 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Keepalived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Launch two backend 'AZ' web servers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HAProxy with health checks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Verify load balancing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Simulate an AZ failure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Keepalived for VRRP failover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Keepalived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Construct a full VPC — two subnets, a router, a security-group rule and a NAT gateway — entirely from Linux network namespaces.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Route tables, default routes and IP forwarding for inter-subnet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Security groups operate per-flow at L3/L4 (iptables = AWS SG / Azure NSG)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gateway (MASQUERADE) lets private subnets reach the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the VPC subnets (namespaces)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Wire the subnets to the router (veth pairs)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default routes (route table)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security-group rule (deny ICMP B→A)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NAT gateway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iproute2 (ip netns)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one block, one object and one file store locally, then benchmark IOPS to explain why storage tiers (and their prices) differ.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Object storage is key-addressed over HTTP with no filesystem; file is POSIX/NFS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Measuring random-write IOPS with fio to compare tier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Hot / warm / cold / archive tiering and how cost follows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BLOCK device (EBS-like)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OBJECT store with MinIO (S3-like)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FILE share with NFS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IOPS between tiers with fio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Tier mapping table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losetup/mkfs.ext4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NFS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loosely-coupled microservices behind Consul and demonstrate name-based service discovery, fan-out and resilience under a single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Clients resolve services by name (users.service.consul), not 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pattern: one request triggers parallel calls to many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Loose coupling: killing one service leaves the others 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create a network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Consul (registry)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three microservices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Register them with Consul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Discover a service by name (DNS)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call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Kill one service — others survive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Consul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bridge network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Practise every core containerization sub-objective — build/run/expose, ephemeral vs persistent storage, public/private registries and a Compose preview.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Port mapping (-p host:container)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 vs persistent volumes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image registries (Docker Hub vs a local registry:2)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a custom image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Stand-alone run with port mapping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Pull from a public registry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private registry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Compose orchestration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Dockerfile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registry:2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and clone a QEMU VM to understand core virtualization concepts and contrast VMs with containers.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qcow2 copy-on-write disks and linked clones (basis of snapshots/templates)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Hardware-assisted virtualization (Intel vmx / AMD svm)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 (user-mode NAT vs bridged) and host affinity / CPU pinning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QEMU &amp; libvirt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virtual disk (qcow2)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 the disk (linked clone)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Examine host virtualization capability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Boot a tiny VM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affinity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vs Container summary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qemu-img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libvirt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bridge-utils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Alpine ISO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and compare a self-managed relational DB against a document DB to learn when to choose each and how managed services shift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 model: schemaless, nested documents, built-in sharding (MongoDB)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vs provider-managed responsibility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Workload-to-engine selection and provider-managed equivalents (RDS, Cosmos…)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Postgres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relational schema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Provider-managed-style MongoDB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strengths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 16 + psql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MongoDB + mongosh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2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Provisioning and configuring cloud resources: deployment models, zero-downtime release strategies (blue-green, canary, rolling), Infrastructure as Code, Configuration as Code and scripting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9–11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9: Public, Private &amp; Hybrid Cloud Models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10: Blue-Green Deployment with Nginx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11: Canary Deployment with HAProxy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12–14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12: Rolling Deployment with Docker Compose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13: Infrastructure as Code with Terraform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14: Configuration as Code with Ansible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15: JSON &amp; YAML Scripting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public (LocalStack), private (MinIO) and hybrid deployment models to compare their cost, control and elasticity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the same S3 API spans both clouds and enables cloud bursting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is a policy/access concept, not new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consistent API (S3) can span deployment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'public' cloud (LocalStack)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'private' cloud (MinIO)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copy data between them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concept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CLI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WireGuard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blue (v1) and green (v2) side by side and switch live traffic instantly via an Nginx reload to achieve zero-downtime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Atomic traffic cutover via 'nginx -s reload' with no dropped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the new version out of band before flipping traffic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Instant, symmetrical rollback; trade-off is 2×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Nginx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Blue (v1) and Green (v2)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Point Nginx at Blue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Green out of band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Switch traffic to Green (cutover)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 rollback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Gradually shift live traffic from v1 to v2 using HAProxy server weights to safely validate a new release before full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Weight-based routing (90/10 → 50/50 → 100%) = ALB weighted target groups / Istio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Gradual promotion and instant weight-reset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canary with metrics and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v1 (stable) and v2 (canary)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HAProxy at 90/10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Increase to 50/50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Promote v2 to 100%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Rollback (kill the canary)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load-balanced replicas and upgrade them one at a time to perform a zero-downtime rolling update.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a brief mixed-version window; cheaper than blue-green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Load balancing across replicas via HAProxy server-template + resolvers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with a readiness check before progressing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stack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Upgrade replicas one at a time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strategies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 Terraform config that provisions an S3 bucket on LocalStack and experience plan/apply, state, drift detection and versioning.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plan-before-apply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 compares real vs desired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(terraform.tfstate) is the source of truth and must be stored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Terraform &amp; LocalStack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the Terraform configuration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Init, plan, apply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 your code (Git)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a change (test → apply)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Terraform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awslocal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an Ansible playbook that installs and configures Nginx idempotently and prove drift correction.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— tasks only act when current state differs (changed vs ok)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Re-running restores desired state after manual tampering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 (when:) and roles compose larger configs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Ansible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inventory (localhost)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a playbook (YAML)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First run (changes everything)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test (run again)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drift / repeatability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 &amp; conditionals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Roles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ansible-galaxy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Parse, transform, validate and convert JSON ↔ YAML while exercising the exam's scripting-logic primitives.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data types: string, number, boolean, array,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Scripting-logic primitives: variables, conditionals, operators, functions (jq)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 — fail early on malformed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parsers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JSON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Same data in YAML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Convert between formats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conditionals, operators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  · 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Running cloud systems day-to-day: observability (metrics, logs, traces), alerting, auto-scaling, backup &amp; disaster recovery, and patching / lifecycle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17%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16–17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16: Observability with Prometheus &amp; Grafana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17: Centralized Logging with the ELK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18–19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18: Distributed Tracing with Jaeger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19: Horizontal Auto-Scaling 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20–21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20: Backup &amp; Recovery with restic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21: Patching &amp; Lifecycle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Scrape a node's metrics with Prometheus, visualise them in Grafana and trigger a CPU alert.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Grafana visualises Prometheus as a data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Threshold alerting: a PromQL rule fires when a condition holds for a duration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operational loop: alerting → triage →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node-exporter (metrics source)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&amp; run Prometheus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Grafana + add data source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the alert (stress-ng)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pillars summary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Prometheus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Grafana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node-exporter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ELK, ship logs into it, and query and retain them through the Elasticsearch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Elasticsearch (store/index), Logstash (ingest/transform), Kibana (query/visualise)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enforced with ILM (Index Lifecycle Management) policies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ELK and OpenSearch share the same query DSL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Elasticsearch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Kibana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Logstash with a syslog input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Ship test logs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 (ILM)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Aggregation query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Elasticsearch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Logstash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Kibana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Jaeger, instrument a Python 'checkout' path with OpenTelemetry and view a distributed trace of parent/child spans.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Spans are the unit; a trace is a set of causally-linked spans across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OpenTelemetry is the vendor-neutral instrumentation API (OTLP export)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trace reveals the critical path — the slowest span — of one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Python deps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Jaeger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Instrument a 'checkout' path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Query traces via the Jaeger API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tracing helps incident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Jaeger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OpenTelemetry Python SDK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python3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triggered, scheduled and manual horizontal scaling using a Bash controller that watches CPU and adds/removes Docker replicas.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auto-scaler is a control loop that watches a metric and adjusts replicas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(add replicas) vs vertical scaling (resize one instance)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is the cloud-native default (AWS ASG, K8s HPA)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 &amp;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 scalable service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Triggered (load-based) scaling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Scheduled scaling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Manual scaling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vs vertical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Perform encrypted full/incremental/differential backups to off-site S3 storage, then test recoverability and verify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Encrypted, deduplicating backups to off-site S3-compatible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Recoverability testing (granular and bulk restore) is mandatory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verification and retention policies (keep-daily/weekly + prune)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restic &amp; MinIO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restic for S3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backup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Incremental backup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Differential-style snapshot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Granular restore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Bulk restore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check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Backup matrix</a:t>
            </a:r>
          </a:p>
        </p:txBody>
      </p:sp>
      <p:sp>
        <p:nvSpPr>
          <p:cNvPr id="54" name="Oval 53"/>
          <p:cNvSpPr/>
          <p:nvPr/>
        </p:nvSpPr>
        <p:spPr>
          <a:xfrm>
            <a:off x="6263640" y="575157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751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573328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a cloud resource lifecycle from provision through minor patch, major upgrade, testing and clean decommissioning.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Minor patches (no behaviour change) vs major upgrades (breaking) risk profiles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data must survive upgrades; ephemeral state may vanish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EoL/EoS items must be replaced, not patched; decommission = archive + revoke +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patching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Provision phase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minor patches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Major upgrade (test first)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vs ephemeral data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 of support / end of life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Decommissioning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Lifecycle summary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unattended-upgrades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Securing the cloud: vulnerability management, CIS hardening, IAM &amp; RBAC, secure access (bastion + MFA), secrets management, web application firewalls and runtime threat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22–24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22: Vulnerability Scanning with Trivy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23: CIS Benchmark Audit with Lynis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24: IAM &amp; RBAC with Keycloak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25–27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25: Bastion Host with SSH Key + MFA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26: Secrets Management with HashiCorp Vault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27: Web Application Firewall with ModSecurity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28–28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28: Detecting Suspicious Activity with Falco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Scan a container image, filesystem and IaC config with Trivy following the scope → identify → assess → remediate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CVE (identifier) + CVSS (severity) as the universal vulnerability vocabulary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scan surfaces: container image, filesystem (secrets), IaC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CI 'gate' — a non-zero exit code fails the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Trivy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Scoping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(image scan)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 (CVSS)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(patched base image)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Filesystem scan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 scan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Daily automation / CI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sample Terraform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Audit the VM against the CIS Ubuntu Benchmark with Lynis, score it, remediate findings and re-audit to confirm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Lynis hardening index is a quantifiable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Findings map to specific CIS controls (file permissions, kernel modules)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 benchmarks per layer: OS, Docker Bench, kube-bench, Prowler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Lynis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audit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warnings/suggestions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file permissions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kernel hardening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Re-audit and compare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Vendor-specific benchmarks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Lynis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chmod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Bench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Stand up Keycloak and build a full IAM stack — realm, roles, users, an OAuth2 client — then authenticate and inspect RBAC roles in the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OAuth 2.0 + OIDC token flow (bearer JWT access token)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 — roles propagate via JWT realm_access.roles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models: local, federation/SAML, OIDC, LDAP, MFA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Keycloak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Get an admin token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realm (tenant)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roles (RBAC)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user &amp; assign a role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OAuth2 client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Authenticate (token-based)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 map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Keycloak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Configure key-based SSH with TOTP MFA and route access through a locked-down bastion jump host — the canonical secure cloud-VM access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TOTP multi-factor auth chained via AuthenticationMethods / PAM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Bastion / jump-host pattern (internet → bastion → private subnet)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Restricting bastion access to corporate CIDRs; audit trails for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OpenSSH &amp; Google Authenticator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an SSH key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password auth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 up TOTP MFA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bastion architecture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 who can reach the bastion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ssh-keygen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Google Authenticator (PAM)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UFW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Vault to store static secrets, mint auto-expiring dynamic DB credentials and audit every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Secret versioning for audit and 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Dynamic, short-lived DB credentials with lease/TTL shrink the blast radius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logging of every secret access; cloud equivalents (Secrets Manager, Key Vault)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Vault in dev mode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Write/read a static secret (KV 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Versioned secrets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 database credentials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Cloud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Vault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Nginx + ModSecurity + the OWASP Core Rule Set and watch it block SQLi, XSS and path-traversal, then tune false positives.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OWASP CRS catches the OWASP Top 10 out of the box (SQLi, XSS, LFI)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Anomaly scoring with a block threshold and paranoia levels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False-positive tuning done test → staging → prod; ACL vs WAF vs Security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prebuilt Nginx+ModSecurity image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Benign request (allowed)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SQL-injection rule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XSS rule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path-traversal rule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 the WAF audit log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Tune (false-positive triage)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ACL vs WAF vs Security Group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(owasp/modsecurity-crs)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OWASP CRS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Falco and trigger runtime detections that map to CV0-004 attack categories, then route alerts to Prometheus / SIEM.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Common detections: shell-in-container, sensitive-file reads, odd outbound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Detections map to CV0-004 attack categories (privesc, cryptojacking, metadata abuse)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Baseline-deviation alerting; events flow into Prometheus / SIEM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Falco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Tail Falco events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shell-in-container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sensitive-file read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unexpected outbound connection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exam attack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deviation alerting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 (eBPF)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falcosidekick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5  · 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DevOps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Source control and branching, CI/CD pipelines, web-service APIs (REST / GraphQL) and container orchestration with Kubernetes.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10%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 &amp; GraphQL APIs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29–30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29: Git Source Control &amp; Branching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30: CI/CD Pipeline with GitHub Actions (act)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31–32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31: REST &amp; GraphQL APIs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32: Container Orchestration with Kubernetes (k3s)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Exercise every CV0-004 source-control verb — commit, push, branch, merge, PR review, conflict resolution — against a self-hosted Gitea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Feature branches and pull requests (the code-review sub-objective)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Merge-conflict resolution as a normal part of the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protection: require PR + approval, require CI green, block force-push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git &amp; run Gitea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repository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Clone, commit, push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a Pull Request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Resolve a merge conflict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Gitea (self-hosted)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and run a local test → build → scan → deploy CI/CD pipeline with act, mapping each stage to CV0-004 CI/CD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canonical flow: test → build → scan →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Artifacts and packaging (container image + Dockerfile)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Running Actions locally with act to iterate without pushing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Docker, git &amp; act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Sample repo with a Python app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workflow (ci.yml)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the workflow locally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CV0-004 CI/CD concepts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repositories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Other free CI options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 (nektos/act)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&amp; GraphQL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Call a public REST API, host a local GraphQL server, stream over WebSockets and preview pub/sub event-driven messaging.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GraphQL: a single endpoint where the client picks exactly which fields to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Comparison of styles: REST vs SOAP vs GraphQL vs gRPC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WebSockets for real-time streams; pub/sub as the base of event-driven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Call a REST endpoint (CRUD)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 local GraphQL endpoint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REST vs GraphQL vs SOAP vs RPC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 stream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Event-driven preview (Redis pub/sub)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GraphQL Yoga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websocat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redis-cli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Install k3s and deploy, expose, scale, roll out/rollback, add persistence, self-healing and RBAC on a real Kubernetes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Deployments manage replica state; Services (NodePort) expose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scaling, rolling updates, rollout history and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Self-healing via liveness probes; PVCs for persistence; RBAC for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k3s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an application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Scale (horizontal)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update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Liveness probe (self-healing)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K8s to exam objectives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kubectl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 manifests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6  · 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Methodically diagnosing and fixing deployment, network, security and container / resource issues using a repeatable triage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12%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33–34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33: Troubleshoot Deployment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34: Troubleshoot Cloud Network Issues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35–36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35: Troubleshoot TLS, Cipher &amp; Auth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36: Troubleshoot Container &amp; Resource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each CV0-004 6.1 deployment failure mode locally — resources, permissions, oversubscription, sizing, deprecation, quotas,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 fixed by mounting writable tmpfs/volumes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Outdated/EoL definitions and deprecation are deployment risks — pin supported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returns HTTP 429 — fix with quota increase, backoff, batching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Oversubscription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 component definition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functionality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Outage simulation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/ service quota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Regional service availability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 matrices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resolve CV0-004 6.2 network failures using an L2→L7 diagnostic ladder (DHCP, DNS, NTP, NAT, HTTP codes, routing, IP overlap).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(MASQUERADE + ip_forward) enables outbound from private subnets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 codes localise the failure layer (4xx client, 5xx server, 429 rate-limit)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needs NAT/re-IP; DHCP scope exhaustion needs a bigger subnet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diagnostics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failure → fix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NTP / time skew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status-code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Latency / bandwidth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&amp; scope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Routing issues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VLAN / switching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dig/nslookup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mtr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tcpdump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CV0-004 6.3 security failures from the CLI — deprecated ciphers, privesc, unauthorized access, leaked credentials, vulnerabilities.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privilege escalation via auditd file watches and SUID hunting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brute force in SSH logs (fail2ban); find leaked credentials with gitleaks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errors map to specific root causes (missing CA, cipher mismatch, expiry)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cipher / TLS version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a public site's ciphers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Privilege-escalation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Unauthorized access / brute force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Leaked credentials in source control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Software vulnerability &amp; unauthorized software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cheatsheet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fail2ban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gitleaks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Combine the Lab 33–35 methods to triage real container failures with a repeatable state → logs → stats → mounts → network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 is the smoking gun (OOMKilled=true); raise the limit or fix the leak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Image-pull failures come from wrong names or missing registry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daily five: OOM, CrashLoop, ImagePull, DNS, read-only-fs; triage in a fixed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pull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inside containers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Read-only filesystem errors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quota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End-to-end triage script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Master decision flow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Closing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(inspect/stats/logs)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triage.sh script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k9s/ctop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 hands-on labs · 23% of the exam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 hands-on labs · 17% of the exam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10% of the exam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12% of the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Download the slides and Learner Guide from the LMS for the open-book assessment.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Complete the Written Assessment and Practical Performance on assessment day.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Submit your answers on the LMS at https://lms-tms.tertiaryinfotech.com/.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Re-run any lab from the Killercoda playground to revise before the CV0-004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EXAM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Preparing for the CV0-004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Redo every lab until the commands are automatic; review each lab's 'What you learned'.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The exam has up to 90 multiple-choice and performance-based questions in 90 minutes.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Passing score is 750 (scale 100–900).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Book the exam through Pearson VUE when you are consistently scoring well on practice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Sharpen your exam readiness with the Tertiary Infotech CompTIA Cloud+ practice exam.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https://exams.tertiaryinfotech.com/practice-exams/comptia/comptia-cloud-plus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Written Assessment (WA)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Remember to take the Assessment digital attendance (TRAQOM · SSG).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ALL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You are now ready to build, run, secure and troubleshoot the cloud — and to sit the CompTIA Cloud+ CV0-004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